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Arial"/>
              </a:rPr>
              <a:t>데이터량 대비 모델 성능(예시)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전통 머신러닝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매우 적음</c:v>
                  </c:pt>
                  <c:pt idx="1">
                    <c:v>적음</c:v>
                  </c:pt>
                  <c:pt idx="2">
                    <c:v>보통</c:v>
                  </c:pt>
                  <c:pt idx="3">
                    <c:v>많음</c:v>
                  </c:pt>
                  <c:pt idx="4">
                    <c:v>매우 많음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55</c:v>
                </c:pt>
                <c:pt idx="2">
                  <c:v>68</c:v>
                </c:pt>
                <c:pt idx="3">
                  <c:v>72</c:v>
                </c:pt>
                <c:pt idx="4">
                  <c:v>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딥러닝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매우 적음</c:v>
                  </c:pt>
                  <c:pt idx="1">
                    <c:v>적음</c:v>
                  </c:pt>
                  <c:pt idx="2">
                    <c:v>보통</c:v>
                  </c:pt>
                  <c:pt idx="3">
                    <c:v>많음</c:v>
                  </c:pt>
                  <c:pt idx="4">
                    <c:v>매우 많음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32</c:v>
                </c:pt>
                <c:pt idx="2">
                  <c:v>55</c:v>
                </c:pt>
                <c:pt idx="3">
                  <c:v>80</c:v>
                </c:pt>
                <c:pt idx="4">
                  <c:v>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성능(정확도, 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역량강화 특강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머신러닝과 딥러닝의 차이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개념부터 활용 시나리오까지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0972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· 머신러닝 · 딥러닝의 관계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딥러닝은 머신러닝의 하위 분야, 머신러닝은 AI의 하위 분야입니다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5669280" cy="4754880"/>
          </a:xfrm>
          <a:prstGeom prst="ellipse">
            <a:avLst/>
          </a:prstGeom>
          <a:solidFill>
            <a:srgbClr val="D6E9F2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91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(AI)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65960" y="2423160"/>
            <a:ext cx="3931920" cy="3383280"/>
          </a:xfrm>
          <a:prstGeom prst="ellipse">
            <a:avLst/>
          </a:prstGeom>
          <a:solidFill>
            <a:srgbClr val="A8DADC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(ML)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3566160"/>
            <a:ext cx="2194560" cy="21945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35661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(DL)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18288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06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8105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지적 능력을 모방하는 모든 기술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2697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67919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데이터에서 패턴을 스스로 학습하는 방법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35661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54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5478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인공신경망(다층)으로 학습하는 ML의 한 분야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vs 딥러닝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차이 한눈에 보기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247120" cy="4663440"/>
        </p:xfrm>
        <a:graphic>
          <a:graphicData uri="http://schemas.openxmlformats.org/drawingml/2006/table">
            <a:tbl>
              <a:tblPr/>
              <a:tblGrid>
                <a:gridCol w="237744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머신러닝 (전통적)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딥러닝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특징 추출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사람이 직접 설계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신경망이 스스로 학습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데이터량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적은 데이터도 가능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대량 데이터 필요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연산 자원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CPU로도 충분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GPU/TPU 필요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 가능성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비교적 높음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 (블랙박스)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알고리즘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선형회귀 · SVM · 랜덤포레스트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· RNN · 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라이브러리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· PyTorch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 데이터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정형 데이터 (표, 엑셀)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비정형 데이터 (이미지·텍스트·음성)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vs 딥러닝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중요한 차이: 특징 추출 방식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— 고양이 사진 분류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5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57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 머신러닝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346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사람이 먼저 특징을 정의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귀 모양 · 수염 길이 · 털 색깔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특징을 수치 데이터로 변환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SVM 등 모델에 입력하여 학습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B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057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57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346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원본 이미지(픽셀)를 그대로 입력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여러 층을 거치며 자동으로 학습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엣지 → 모양 → 패턴 → 귀/수염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사람이 특징을 정의할 필요 없음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vs 딥러닝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양에 따른 성능 차이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183880" y="201168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838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4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1874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적을 때는 전통 ML이 유리한 경우가 많음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183880" y="30632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838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4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926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많아질수록 딥러닝 성능이 급격히 향상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83880" y="411480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8388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4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3977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딥러닝은 일정 데이터량 이상에서 진가 발휘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vs 딥러닝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대표 라이브러리 비교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9E2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60020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57400"/>
            <a:ext cx="36118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099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머신러닝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· 회귀 · 군집화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통일된 fit/predict API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적은 데이터로 빠른 검증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데이터에 강함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9E2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0020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057400"/>
            <a:ext cx="361188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17099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103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(Google)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7432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신경망 구축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 배포에 강점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Keras로 손쉬운 모델링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모바일/임베디드 지원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9E2E5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60020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2057400"/>
            <a:ext cx="36118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17099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103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(Meta)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7432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커뮤니티 표준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직관적인 동적 계산 그래프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용이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논문 구현 다수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vs 딥러닝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 무엇을 쓰는가?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8F1F2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ML이 유리한 경우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517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 (엑셀 · 표)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적을 때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프로토타입이 필요할 때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가능성이 중요할 때 (금융 리스크·의료 진단 근거)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딥러닝이 유리한 경우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데이터 (이미지 · 음성 · 텍스트)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 데이터 확보가 가능할 때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정확도가 최우선일 때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E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등 연산 자원이 충분할 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vs 딥러닝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정리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문장으로 기억하기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딥러닝은 머신러닝의 하위 분야다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677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인공신경망(다층 구조)을 사용하는 ML의 한 갈래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71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차이의 핵심은 특징 추출 방식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3192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설계(ML) vs 신경망이 스스로 학습(DL)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데이터·연산 자원 요구량이 다르다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3708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적은 데이터 + CPU(ML) vs 대량 데이터 + GPU(DL)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74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유형에 맞게 선택한다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4223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데이터·해석 필요(ML) vs 이미지·음성·텍스트(DL)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vs 딥러닝 ·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2026-09-17T12:51:27Z</dcterms:created>
  <dcterms:modified xsi:type="dcterms:W3CDTF">2026-09-17T12:51:27Z</dcterms:modified>
</cp:coreProperties>
</file>