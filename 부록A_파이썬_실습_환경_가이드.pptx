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A. 파이썬 실습 환경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과정 공통  ·  1~6일차 '파이썬 대안 경로' 실습용 참고 자료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3657600" cy="0"/>
          </a:xfrm>
          <a:prstGeom prst="line">
            <a:avLst/>
          </a:prstGeom>
          <a:noFill/>
          <a:ln w="31750">
            <a:solidFill>
              <a:srgbClr val="3B6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 육 교 재  ·  전 과정 공통 부록(PPT)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부록이 필요한 이유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1~6일차 교안 전반에 걸쳐, Orange3(노코드) 실습마다 '파이썬 대안 경로'가 함께 제시된다.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경험이 없어도 Orange3만으로 실습을 완료할 수 있지만, 파이썬 코드를 직접 실행해보고 싶은 학습자를 위해 이 부록을 공통 참고 자료로 둔다.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구성: A.1 파이썬 기본 구조 → A.2 라이브러리 설치 → A.3 스크립트 실행 → A.4 Streamlit 웹앱 실행 → A.5 exe 파일 만들기 → A.6 트러블슈팅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 필요한 절만 골라서 참고하면 된다 — 처음부터 끝까지 순서대로 읽을 필요는 없다.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기본 구조 (1) — 변수·자료형·조건문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파이썬은 중괄호 대신 '들여쓰기'로 코드 블록을 구분한다. 같은 들여쓰기 수준의 줄들이 하나의 블록으로 묶이며, 들여쓰기가 어긋나면 오류가 난다 — 가장 흔한 실수이니 꼭 기억할 것.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3931920"/>
          </a:xfrm>
          <a:prstGeom prst="roundRect">
            <a:avLst>
              <a:gd name="adj" fmla="val 1395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368296"/>
            <a:ext cx="10735056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변수와 자료형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"알루미늄 압출재"        # 문자열(str)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1200                  # 정수(int)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6.84                     # 실수(float)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is_risky = True                  # 불리언(bool)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조건문 — if 다음 콜론(:), 그 아래 줄은 들여쓰기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quantity &gt; 1000: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print("대량 물량")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print("소량 물량")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기본 구조 (2) — 반복문·함수·라이브러리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6400800" cy="4480560"/>
          </a:xfrm>
          <a:prstGeom prst="roundRect">
            <a:avLst>
              <a:gd name="adj" fmla="val 1224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28216"/>
            <a:ext cx="6071616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반복문 — 리스트의 각 항목을 하나씩 꺼내 처리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["철강", "알루미늄", "시멘트"]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items: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함수 — def로 정의, return으로 결과 반환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check_risk(qty):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qty &gt; 1000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print(check_risk(quantity))   # True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외부 라이브러리 불러오기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434840" cy="914400"/>
        </p:xfrm>
        <a:graphic>
          <a:graphicData uri="http://schemas.openxmlformats.org/drawingml/2006/table">
            <a:tbl>
              <a:tblPr/>
              <a:tblGrid>
                <a:gridCol w="1773936"/>
                <a:gridCol w="266090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자료형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 과정에서의 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문자열(str)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품명, HS코드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정수 / 실수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수량, 금액, 확신도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불리언(bool)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여부 판정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리스트(list)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문서번호 목록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딕셔너리(dict)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인보이스 한 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178040" y="466344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pandas의 DataFrame은 엑셀 시트 하나를 파이썬 안으로 옮겨온 것과 같다 — df['품명']처럼 열 이름으로 값을 꺼낸다.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추가(설치) 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자체에는 기본 기능만 있고, pandas·scikit-learn 같은 기능은 pip(패키지 관리자)로 별도 설치한다.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3566160"/>
          </a:xfrm>
          <a:prstGeom prst="roundRect">
            <a:avLst>
              <a:gd name="adj" fmla="val 1538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231136"/>
            <a:ext cx="1073505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설치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openpyxl scikit-learn streamlit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requirements.txt로 한 번에 설치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확인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show pandas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과정에서 사용하는 주요 라이브러리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4978908"/>
                <a:gridCol w="3651199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설치 명령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 형태 데이터 정제·집계 (2~4일차 전반)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openpyxl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엑셀(.xlsx) 파일 읽기·쓰기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openpyxl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지도학습 분류 모델 Tree·kNN (3일차)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불균형 데이터 보정 SMOTE (3일차 예제6)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imbalanced-learn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 결과를 웹 화면으로 보여주기 (전 과정)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스크립트 실행 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82496"/>
            <a:ext cx="515721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방법 1 — cmd·터미널에서 실행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Desktop\실습폴더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build_master_and_count.py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   # 설치 확인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737360"/>
            <a:ext cx="5349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 — VS Code에서 실행: 파일을 열고 우측 상단 ▷ 버튼 클릭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 '터미널' 창에 결과가 자동 출력됨 — cmd를 따로 열 필요 없음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4978908"/>
                <a:gridCol w="60853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 메시지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방법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'python'은 ... 명령이 아닙니다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재설치 시 'Add to PATH' 체크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'pandas'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UnicodeDecodeError(한글 깨짐)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encoding='utf-8-sig'로 읽기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SyntaxError: expected indented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if/for/def 아래 들여쓰기 확인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웹 앱 실행 방법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2일차 예제2, 3일차 예제5·6, 5~6일차 대시보드 등은 결과를 브라우저에서 바로 보는 Streamlit 웹 앱으로 만든다. 일반 스크립트와 실행 명령이 다르다.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414016"/>
            <a:ext cx="1073505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         # 최초 1회만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           # 실행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자동으로 브라우저가 열리고 아래 주소로 접속됨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http://localhost:8501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종료: 터미널에서 Ctrl + 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= '내 컴퓨터'라는 뜻 — 별도 설정 없이는 다른 사람 PC에서는 접속되지 않는다.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 실행파일 만들기 (PyInstaller)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82496"/>
            <a:ext cx="515721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pyinstaller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하나로 묶기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--onefile build_master_and_count.py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아이콘 지정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pyinstaller --onefile --icon=로고.ico 파일명.py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73736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결과물: 실행한 폴더의 dist 폴더 안에 .exe 파일 생성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파일 하나만 복사하면 파이썬 없는 PC에서도 더블클릭 실행 가능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82981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주의사항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용량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라이브러리가 통째로 묶여 수십 MB 이상으로 커짐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백신 오탐지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일부 백신이 '알 수 없는 프로그램'으로 차단 — 배포 전 보안팀 확인 권장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 변환이 불안정 — 스크립트 + 설치안내서 배포 권장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체크리스트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642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스크립트가 안 열릴 때 → python --version 으로 설치 여부부터 확인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module named ...' 오류 → pip install 해당라이브러리명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한글이 깨질 때 → CSV는 encoding='utf-8-sig', 엑셀(xlsx)은 대개 문제없음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숫자인데 문자로 인식될 때 → 엑셀 셀 서식을 '숫자'로 바꾸거나 pd.to_numeric() 사용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파일이 안 보일 때 → 스크립트를 실행한 폴더(현재 작업 폴더)를 먼저 확인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기반 무역 컴플라이언스 및 관세·ESG 리스크 최적화 과정  ·  부록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A를 마칩니다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부록의 명령어들은 1~6일차 어느 실습에서든 '파이썬 대안 경로'를 직접 실행할 때 그대로 재사용할 수 있습니다.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필요할 때마다 해당 절만 다시 펼쳐 보면 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2026-09-16T16:58:41Z</dcterms:created>
  <dcterms:modified xsi:type="dcterms:W3CDTF">2026-09-16T16:58:41Z</dcterms:modified>
</cp:coreProperties>
</file>